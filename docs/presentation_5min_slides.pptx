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&gt; "Masalah yang ingin kami tangani adalah kurangnya informasi dan kepastian bagi pelanggan setelah checkout. Misalnya, Bayu membeli barang secara online tapi tidak yakin pesanan berhasil — tidak ada konfirmasi yang cepat dan personal. Ketidakjelasan ini menyebabkan pelanggan cemas, panggilan ke layanan pelanggan, dan potensi pembatalan pesanan. Dengan fokus tema 'How AI Can Help Humans to Solve Problems?', kita ingin memperbaiki pengalaman ini dengan otomatisasi dan personalisasi."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&gt; "Solusi kami adalah sebuah website e-commerce yang mengirimkan notifikasi terotomatisasi setelah customer checkout. Notifikasi ini berisi salam personal, detail pesanan, dan estimasi langkah selanjutnya. Manfaat utamanya: mengurangi ketidakpastian pelanggan, menurunkan beban customer support, dan meningkatkan kepercayaan pembeli."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&gt; "Bagian AI bertanggung jawab membuat isi email yang natural dan personal. Ketika pesanan dibuat, sistem mengambil nama pelanggan dan detail pesanan, lalu memanggil model AI untuk merancang teks konfirmasi — menyapa pelanggan dengan nama yang benar, merangkum item dan total, serta menambahkan catatan layanan seperti estimasi pengiriman. AI membantu menghemat waktu tim dan memastikan pesan tetap ramah serta konsisten, tanpa menulis manual setiap email."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&gt; "Secara ringkas, alur pengguna: memilih produk lalu checkout. Setelah checkout pengguna melihat notifikasi singkat di layar (toast) yang menyatakan pesanan diproses, dan beberapa saat kemudian menerima email konfirmasi. Email ini dibuat oleh AI supaya terdengar profesional dan memuat nama pelanggan, daftar item, jumlah, dan nomor pesanan; juga menyediakan link untuk tracking dan bantuan. Fitur Email Notifier yang kita kerjakan memastikan pengalaman ini berjalan otomatis dan personal."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&gt; "Kesimpulannya, solusi ini membantu mengurangi kebingungan pelanggan dan memperkuat kepercayaan melalui notifikasi otomatis yang personal. Dampaknya antara lain menurunkan volume pertanyaan ke layanan pelanggan dan meningkatkan kemungkinan pembelian ulang. Untuk pengembangan ke depan kita rencanakan menambah integrasi tracking otomatis, memberikan notifikasi via kanal lain seperti SMS atau WhatsApp, serta meningkatkan personalisasi rekomendasi produk pasca-pembelian."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Presentasi (5 menit) — Website E-Commerce</a:t>
            </a:r>
          </a:p>
        </p:txBody>
      </p:sp>
      <p:sp>
        <p:nvSpPr>
          <p:cNvPr id="3" name="Content Placeholder 2"/>
          <p:cNvSpPr>
            <a:spLocks noGrp="1"/>
          </p:cNvSpPr>
          <p:nvPr>
            <p:ph idx="1"/>
          </p:nvPr>
        </p:nvSpPr>
        <p:spPr/>
        <p:txBody>
          <a:bodyPr/>
          <a:lstStyle/>
          <a:p>
            <a:pPr>
              <a:defRPr sz="2000"/>
            </a:pPr>
            <a:r>
              <a:t>&gt; Catatan: Slide 1 akan Anda buat sendiri (judul, nama peserta, sekolah, kategori Senior).</a:t>
            </a:r>
          </a:p>
          <a:p>
            <a:pPr>
              <a:defRPr sz="1800"/>
            </a:pPr>
            <a:r>
              <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2 — Problem Statement</a:t>
            </a:r>
          </a:p>
        </p:txBody>
      </p:sp>
      <p:sp>
        <p:nvSpPr>
          <p:cNvPr id="3" name="Content Placeholder 2"/>
          <p:cNvSpPr>
            <a:spLocks noGrp="1"/>
          </p:cNvSpPr>
          <p:nvPr>
            <p:ph idx="1"/>
          </p:nvPr>
        </p:nvSpPr>
        <p:spPr/>
        <p:txBody>
          <a:bodyPr/>
          <a:lstStyle/>
          <a:p>
            <a:pPr>
              <a:defRPr sz="2000"/>
            </a:pPr>
            <a:r>
              <a:t>Judul: Problem Statement</a:t>
            </a:r>
          </a:p>
          <a:p>
            <a:pPr>
              <a:defRPr sz="1800"/>
            </a:pPr>
            <a:r>
              <a:t>Konsumen sering kesulitan menerima informasi pesanan real-time.</a:t>
            </a:r>
          </a:p>
          <a:p>
            <a:pPr>
              <a:defRPr sz="1800"/>
            </a:pPr>
            <a:r>
              <a:t>Konfirmasi pesanan kadang terlambat atau tidak personal.</a:t>
            </a:r>
          </a:p>
          <a:p>
            <a:pPr>
              <a:defRPr sz="1800"/>
            </a:pPr>
            <a:r>
              <a:t>Contoh nyata: pelanggan ragu apakah pembayaran sukses dan kapan barang dikirim.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3 — Website Solution</a:t>
            </a:r>
          </a:p>
        </p:txBody>
      </p:sp>
      <p:sp>
        <p:nvSpPr>
          <p:cNvPr id="3" name="Content Placeholder 2"/>
          <p:cNvSpPr>
            <a:spLocks noGrp="1"/>
          </p:cNvSpPr>
          <p:nvPr>
            <p:ph idx="1"/>
          </p:nvPr>
        </p:nvSpPr>
        <p:spPr/>
        <p:txBody>
          <a:bodyPr/>
          <a:lstStyle/>
          <a:p>
            <a:pPr>
              <a:defRPr sz="2000"/>
            </a:pPr>
            <a:r>
              <a:t>Judul: Website Solution</a:t>
            </a:r>
          </a:p>
          <a:p>
            <a:pPr>
              <a:defRPr sz="1800"/>
            </a:pPr>
            <a:r>
              <a:t>Website mengirim konfirmasi pesanan otomatis.</a:t>
            </a:r>
          </a:p>
          <a:p>
            <a:pPr>
              <a:defRPr sz="1800"/>
            </a:pPr>
            <a:r>
              <a:t>Email notifikasi personal (nama, ringkasan pesanan, nomor pesanan).</a:t>
            </a:r>
          </a:p>
          <a:p>
            <a:pPr>
              <a:defRPr sz="1800"/>
            </a:pPr>
            <a:r>
              <a:t>Informasi status cepat → mengurangi kebingungan pelanggan.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4 — AI Implementation</a:t>
            </a:r>
          </a:p>
        </p:txBody>
      </p:sp>
      <p:sp>
        <p:nvSpPr>
          <p:cNvPr id="3" name="Content Placeholder 2"/>
          <p:cNvSpPr>
            <a:spLocks noGrp="1"/>
          </p:cNvSpPr>
          <p:nvPr>
            <p:ph idx="1"/>
          </p:nvPr>
        </p:nvSpPr>
        <p:spPr/>
        <p:txBody>
          <a:bodyPr/>
          <a:lstStyle/>
          <a:p>
            <a:pPr>
              <a:defRPr sz="2000"/>
            </a:pPr>
            <a:r>
              <a:t>Judul: AI Implementation</a:t>
            </a:r>
          </a:p>
          <a:p>
            <a:pPr>
              <a:defRPr sz="1800"/>
            </a:pPr>
            <a:r>
              <a:t>AI menghasilkan konten email yang profesional dan personal.</a:t>
            </a:r>
          </a:p>
          <a:p>
            <a:pPr>
              <a:defRPr sz="1800"/>
            </a:pPr>
            <a:r>
              <a:t>Input: nama pengguna + rincian pesanan.</a:t>
            </a:r>
          </a:p>
          <a:p>
            <a:pPr>
              <a:defRPr sz="1800"/>
            </a:pPr>
            <a:r>
              <a:t>Output AI: subject, greeting personal, ringkasan pesanan, rekomendasi tindak lanjut.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5 — Demo Website (Ringkas)</a:t>
            </a:r>
          </a:p>
        </p:txBody>
      </p:sp>
      <p:sp>
        <p:nvSpPr>
          <p:cNvPr id="3" name="Content Placeholder 2"/>
          <p:cNvSpPr>
            <a:spLocks noGrp="1"/>
          </p:cNvSpPr>
          <p:nvPr>
            <p:ph idx="1"/>
          </p:nvPr>
        </p:nvSpPr>
        <p:spPr/>
        <p:txBody>
          <a:bodyPr/>
          <a:lstStyle/>
          <a:p>
            <a:pPr>
              <a:defRPr sz="2000"/>
            </a:pPr>
            <a:r>
              <a:t>Judul: Demo (Ringkas)</a:t>
            </a:r>
          </a:p>
          <a:p>
            <a:pPr>
              <a:defRPr sz="1800"/>
            </a:pPr>
            <a:r>
              <a:t>Alur singkat: Pilih produk → Checkout → Terima toast notifikasi → Dapat email konfirmasi.</a:t>
            </a:r>
          </a:p>
          <a:p>
            <a:pPr>
              <a:defRPr sz="1800"/>
            </a:pPr>
            <a:r>
              <a:t>Fitur utama: Email Notifier (AI-generated), ringkasan pesanan, tautan tracking.</a:t>
            </a:r>
          </a:p>
          <a:p>
            <a:pPr>
              <a:defRPr sz="1800"/>
            </a:pPr>
            <a:r>
              <a:t>Saran screenshot: `cart page`, `checkout toast`, `contoh email (HTML)`.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6 — Conclusion &amp; Benefits</a:t>
            </a:r>
          </a:p>
        </p:txBody>
      </p:sp>
      <p:sp>
        <p:nvSpPr>
          <p:cNvPr id="3" name="Content Placeholder 2"/>
          <p:cNvSpPr>
            <a:spLocks noGrp="1"/>
          </p:cNvSpPr>
          <p:nvPr>
            <p:ph idx="1"/>
          </p:nvPr>
        </p:nvSpPr>
        <p:spPr/>
        <p:txBody>
          <a:bodyPr/>
          <a:lstStyle/>
          <a:p>
            <a:pPr>
              <a:defRPr sz="2000"/>
            </a:pPr>
            <a:r>
              <a:t>Judul: Conclusion &amp; Benefits</a:t>
            </a:r>
          </a:p>
          <a:p>
            <a:pPr>
              <a:defRPr sz="1800"/>
            </a:pPr>
            <a:r>
              <a:t>Website meningkatkan kepastian dan kepercayaan pelanggan.</a:t>
            </a:r>
          </a:p>
          <a:p>
            <a:pPr>
              <a:defRPr sz="1800"/>
            </a:pPr>
            <a:r>
              <a:t>Manfaat: mengurangi beban support, meningkatkan retensi, pengalaman belanja lebih baik.</a:t>
            </a:r>
          </a:p>
          <a:p>
            <a:pPr>
              <a:defRPr sz="1800"/>
            </a:pPr>
            <a:r>
              <a:t>Roadmap: integrasi tracking otomatis, multi-channel notifications (SMS/WhatsApp), peningkatan personalisasi.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Penutup &amp; Petunjuk Waktu</a:t>
            </a:r>
          </a:p>
        </p:txBody>
      </p:sp>
      <p:sp>
        <p:nvSpPr>
          <p:cNvPr id="3" name="Content Placeholder 2"/>
          <p:cNvSpPr>
            <a:spLocks noGrp="1"/>
          </p:cNvSpPr>
          <p:nvPr>
            <p:ph idx="1"/>
          </p:nvPr>
        </p:nvSpPr>
        <p:spPr/>
        <p:txBody>
          <a:bodyPr/>
          <a:lstStyle/>
          <a:p>
            <a:pPr>
              <a:defRPr sz="2000"/>
            </a:pPr>
            <a:r>
              <a:t>Slide 1 (Anda): 30–40 detik.</a:t>
            </a:r>
          </a:p>
          <a:p>
            <a:pPr>
              <a:defRPr sz="1800"/>
            </a:pPr>
            <a:r>
              <a:t>Slide 2–6: total ≈ 4:20–4:50.</a:t>
            </a:r>
          </a:p>
          <a:p>
            <a:pPr>
              <a:defRPr sz="1800"/>
            </a:pPr>
            <a:r>
              <a:t>Sisakan 10–30 detik untuk penutup/pertanyaan singkat.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Jika Anda Mau File Lainnya</a:t>
            </a:r>
          </a:p>
        </p:txBody>
      </p:sp>
      <p:sp>
        <p:nvSpPr>
          <p:cNvPr id="3" name="Content Placeholder 2"/>
          <p:cNvSpPr>
            <a:spLocks noGrp="1"/>
          </p:cNvSpPr>
          <p:nvPr>
            <p:ph idx="1"/>
          </p:nvPr>
        </p:nvSpPr>
        <p:spPr/>
        <p:txBody>
          <a:bodyPr/>
          <a:lstStyle/>
          <a:p>
            <a:pPr>
              <a:defRPr sz="2000"/>
            </a:pPr>
            <a:r>
              <a:t>Saya bisa konversi ke `.pptx` bila Anda mau (opsional).</a:t>
            </a:r>
          </a:p>
          <a:p>
            <a:pPr>
              <a:defRPr sz="1800"/>
            </a:pPr>
            <a:r>
              <a:t>Kalau ingin, katakan "Buat PPTX" dan saya akan generate file untuk diunduh.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